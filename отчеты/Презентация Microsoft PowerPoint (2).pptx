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95F3-9B10-4B8E-9AF3-5A1328792EE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AE9-5E88-4D9D-A068-CBA5E9A2C675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2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95F3-9B10-4B8E-9AF3-5A1328792EE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AE9-5E88-4D9D-A068-CBA5E9A2C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92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95F3-9B10-4B8E-9AF3-5A1328792EE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AE9-5E88-4D9D-A068-CBA5E9A2C675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185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95F3-9B10-4B8E-9AF3-5A1328792EE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AE9-5E88-4D9D-A068-CBA5E9A2C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64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95F3-9B10-4B8E-9AF3-5A1328792EE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AE9-5E88-4D9D-A068-CBA5E9A2C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086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95F3-9B10-4B8E-9AF3-5A1328792EE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AE9-5E88-4D9D-A068-CBA5E9A2C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131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95F3-9B10-4B8E-9AF3-5A1328792EE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AE9-5E88-4D9D-A068-CBA5E9A2C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7751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B4395F3-9B10-4B8E-9AF3-5A1328792EE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11EAE9-5E88-4D9D-A068-CBA5E9A2C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1266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95F3-9B10-4B8E-9AF3-5A1328792EE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AE9-5E88-4D9D-A068-CBA5E9A2C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7095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95F3-9B10-4B8E-9AF3-5A1328792EE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AE9-5E88-4D9D-A068-CBA5E9A2C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395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395F3-9B10-4B8E-9AF3-5A1328792EE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AE9-5E88-4D9D-A068-CBA5E9A2C6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0732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B4395F3-9B10-4B8E-9AF3-5A1328792EEE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311EAE9-5E88-4D9D-A068-CBA5E9A2C675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849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003ED7-EDA3-C1EA-BC08-DF4DA4F69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4631" y="-379664"/>
            <a:ext cx="9144000" cy="2387600"/>
          </a:xfrm>
        </p:spPr>
        <p:txBody>
          <a:bodyPr>
            <a:normAutofit/>
          </a:bodyPr>
          <a:lstStyle/>
          <a:p>
            <a:r>
              <a:rPr lang="ru-RU" sz="4000" b="1" dirty="0"/>
              <a:t>DB-</a:t>
            </a:r>
            <a:r>
              <a:rPr lang="ru-RU" sz="4000" b="1" dirty="0" err="1"/>
              <a:t>Backup</a:t>
            </a:r>
            <a:r>
              <a:rPr lang="ru-RU" sz="4000" b="1" dirty="0"/>
              <a:t>-</a:t>
            </a:r>
            <a:r>
              <a:rPr lang="ru-RU" sz="4000" b="1" dirty="0" err="1"/>
              <a:t>Daemon</a:t>
            </a:r>
            <a:br>
              <a:rPr lang="ru-RU" sz="4000" b="1" dirty="0"/>
            </a:br>
            <a:r>
              <a:rPr lang="ru-RU" sz="4000" b="1" dirty="0"/>
              <a:t>Система автоматического резервного копирования баз данных</a:t>
            </a:r>
            <a:endParaRPr lang="ru-RU" sz="4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2AFACEA-22EE-E44E-CD5A-68D21052B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8568" y="2296695"/>
            <a:ext cx="9144000" cy="3657600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ru-RU" sz="5100" b="1" dirty="0"/>
              <a:t>Выполнили:</a:t>
            </a:r>
            <a:endParaRPr lang="ru-RU" sz="5100" dirty="0"/>
          </a:p>
          <a:p>
            <a:pPr algn="l"/>
            <a:r>
              <a:rPr lang="ru-RU" sz="5100" b="1" dirty="0"/>
              <a:t>    Кирилл Волков</a:t>
            </a:r>
          </a:p>
          <a:p>
            <a:pPr algn="l"/>
            <a:r>
              <a:rPr lang="ru-RU" sz="5100" dirty="0"/>
              <a:t>        Team </a:t>
            </a:r>
            <a:r>
              <a:rPr lang="ru-RU" sz="5100" dirty="0" err="1"/>
              <a:t>Lead</a:t>
            </a:r>
            <a:endParaRPr lang="ru-RU" sz="5100" dirty="0"/>
          </a:p>
          <a:p>
            <a:pPr algn="l"/>
            <a:r>
              <a:rPr lang="ru-RU" sz="5100" dirty="0"/>
              <a:t>        </a:t>
            </a:r>
            <a:r>
              <a:rPr lang="ru-RU" sz="5100" dirty="0" err="1"/>
              <a:t>DevOps</a:t>
            </a:r>
            <a:endParaRPr lang="ru-RU" sz="5100" dirty="0"/>
          </a:p>
          <a:p>
            <a:pPr algn="l"/>
            <a:r>
              <a:rPr lang="ru-RU" sz="5100" dirty="0"/>
              <a:t>        QA</a:t>
            </a:r>
          </a:p>
          <a:p>
            <a:pPr algn="l"/>
            <a:r>
              <a:rPr lang="ru-RU" sz="5100" dirty="0"/>
              <a:t>       UI-разработчик</a:t>
            </a:r>
          </a:p>
          <a:p>
            <a:pPr algn="l"/>
            <a:r>
              <a:rPr lang="ru-RU" sz="5100" b="1" dirty="0"/>
              <a:t>    Никита Козлов</a:t>
            </a:r>
            <a:endParaRPr lang="ru-RU" sz="5100" dirty="0"/>
          </a:p>
          <a:p>
            <a:pPr algn="l"/>
            <a:r>
              <a:rPr lang="ru-RU" sz="5100" dirty="0"/>
              <a:t>        </a:t>
            </a:r>
            <a:r>
              <a:rPr lang="ru-RU" sz="5100" dirty="0" err="1"/>
              <a:t>Backend</a:t>
            </a:r>
            <a:r>
              <a:rPr lang="ru-RU" sz="5100" dirty="0"/>
              <a:t>-разработчик</a:t>
            </a:r>
          </a:p>
          <a:p>
            <a:pPr algn="l"/>
            <a:r>
              <a:rPr lang="ru-RU" sz="5100" dirty="0"/>
              <a:t>        Data Layer</a:t>
            </a:r>
          </a:p>
          <a:p>
            <a:pPr algn="l"/>
            <a:r>
              <a:rPr lang="ru-RU" sz="5100" dirty="0"/>
              <a:t>        Архитектор системы резервного копирования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6EF74-3CAD-D551-A035-A1D436100ED8}"/>
              </a:ext>
            </a:extLst>
          </p:cNvPr>
          <p:cNvSpPr txBox="1"/>
          <p:nvPr/>
        </p:nvSpPr>
        <p:spPr>
          <a:xfrm>
            <a:off x="4604084" y="563112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b="1" dirty="0"/>
              <a:t>Группа:</a:t>
            </a:r>
            <a:r>
              <a:rPr lang="ru-RU" dirty="0"/>
              <a:t> 9/3-РПО-2023/1</a:t>
            </a:r>
          </a:p>
          <a:p>
            <a:pPr algn="r"/>
            <a:r>
              <a:rPr lang="ru-RU" b="1" dirty="0"/>
              <a:t>Преподаватель:</a:t>
            </a:r>
            <a:r>
              <a:rPr lang="ru-RU" dirty="0"/>
              <a:t> Рудак Александра</a:t>
            </a:r>
          </a:p>
        </p:txBody>
      </p:sp>
    </p:spTree>
    <p:extLst>
      <p:ext uri="{BB962C8B-B14F-4D97-AF65-F5344CB8AC3E}">
        <p14:creationId xmlns:p14="http://schemas.microsoft.com/office/powerpoint/2010/main" val="2403049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F335FD-E9DF-36DE-F78F-922162572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-410067"/>
            <a:ext cx="10058400" cy="1450757"/>
          </a:xfrm>
        </p:spPr>
        <p:txBody>
          <a:bodyPr/>
          <a:lstStyle/>
          <a:p>
            <a:r>
              <a:rPr lang="ru-RU" dirty="0"/>
              <a:t>Концепция продукта и стек технологий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FDD20FE-86FD-CA45-2187-5C260FE45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040690"/>
            <a:ext cx="5157787" cy="823912"/>
          </a:xfrm>
        </p:spPr>
        <p:txBody>
          <a:bodyPr/>
          <a:lstStyle/>
          <a:p>
            <a:r>
              <a:rPr lang="ru-RU" dirty="0"/>
              <a:t>Назначение проекта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0D3B2FD-E896-E1FC-8ED8-5EC64CD81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64602"/>
            <a:ext cx="5157787" cy="4455987"/>
          </a:xfrm>
        </p:spPr>
        <p:txBody>
          <a:bodyPr>
            <a:normAutofit lnSpcReduction="10000"/>
          </a:bodyPr>
          <a:lstStyle/>
          <a:p>
            <a:r>
              <a:rPr lang="ru-RU" dirty="0"/>
              <a:t>DB-</a:t>
            </a:r>
            <a:r>
              <a:rPr lang="ru-RU" dirty="0" err="1"/>
              <a:t>Backup</a:t>
            </a:r>
            <a:r>
              <a:rPr lang="ru-RU" dirty="0"/>
              <a:t>-</a:t>
            </a:r>
            <a:r>
              <a:rPr lang="ru-RU" dirty="0" err="1"/>
              <a:t>Daemon</a:t>
            </a:r>
            <a:r>
              <a:rPr lang="ru-RU" dirty="0"/>
              <a:t> предназначен для автоматического создания резервных копий баз данных.</a:t>
            </a:r>
          </a:p>
          <a:p>
            <a:r>
              <a:rPr lang="ru-RU" dirty="0"/>
              <a:t>Основные функции:</a:t>
            </a:r>
          </a:p>
          <a:p>
            <a:r>
              <a:rPr lang="ru-RU" dirty="0"/>
              <a:t>Создание резервных копий БД</a:t>
            </a:r>
          </a:p>
          <a:p>
            <a:r>
              <a:rPr lang="ru-RU" dirty="0"/>
              <a:t>Архивация данных в ZIP</a:t>
            </a:r>
          </a:p>
          <a:p>
            <a:r>
              <a:rPr lang="ru-RU" dirty="0"/>
              <a:t>Защита архивов паролем</a:t>
            </a:r>
          </a:p>
          <a:p>
            <a:r>
              <a:rPr lang="ru-RU" dirty="0"/>
              <a:t>Проверка корректности архивов</a:t>
            </a:r>
          </a:p>
          <a:p>
            <a:r>
              <a:rPr lang="ru-RU" dirty="0"/>
              <a:t>Автоматическая ротация старых бэкапов</a:t>
            </a:r>
          </a:p>
          <a:p>
            <a:r>
              <a:rPr lang="ru-RU" dirty="0"/>
              <a:t>Ведение истории операций</a:t>
            </a:r>
          </a:p>
          <a:p>
            <a:r>
              <a:rPr lang="ru-RU" dirty="0"/>
              <a:t>Логирование действий приложения</a:t>
            </a: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88392C2-AB3A-6902-8BF6-A4CDF5E9FE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7" y="1046957"/>
            <a:ext cx="5183188" cy="823912"/>
          </a:xfrm>
        </p:spPr>
        <p:txBody>
          <a:bodyPr/>
          <a:lstStyle/>
          <a:p>
            <a:r>
              <a:rPr lang="ru-RU" dirty="0"/>
              <a:t>Тип приложения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6351EC48-4DEE-2580-4165-35712236F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64602"/>
            <a:ext cx="5666874" cy="4455987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WPF Desktop Application 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Стек технологий</a:t>
            </a:r>
          </a:p>
          <a:p>
            <a:r>
              <a:rPr lang="ru-RU" dirty="0"/>
              <a:t>C#</a:t>
            </a:r>
          </a:p>
          <a:p>
            <a:r>
              <a:rPr lang="ru-RU" dirty="0"/>
              <a:t>.NET Framework 4.7.2</a:t>
            </a:r>
          </a:p>
          <a:p>
            <a:r>
              <a:rPr lang="ru-RU" dirty="0"/>
              <a:t>WPF</a:t>
            </a:r>
          </a:p>
          <a:p>
            <a:r>
              <a:rPr lang="ru-RU" dirty="0"/>
              <a:t>MVVM</a:t>
            </a:r>
          </a:p>
          <a:p>
            <a:r>
              <a:rPr lang="ru-RU" dirty="0" err="1"/>
              <a:t>SQLite</a:t>
            </a:r>
            <a:endParaRPr lang="ru-RU" dirty="0"/>
          </a:p>
          <a:p>
            <a:r>
              <a:rPr lang="ru-RU" dirty="0" err="1"/>
              <a:t>Serilog</a:t>
            </a:r>
            <a:endParaRPr lang="ru-RU" dirty="0"/>
          </a:p>
          <a:p>
            <a:r>
              <a:rPr lang="ru-RU" dirty="0"/>
              <a:t>.</a:t>
            </a:r>
            <a:r>
              <a:rPr lang="ru-RU" dirty="0" err="1"/>
              <a:t>editorconfig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9179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7E5F12-11AC-CD50-DEDF-787B3CBE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02BC0835-128B-248D-347D-3668DAC1D4F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62001" y="1825625"/>
            <a:ext cx="10515600" cy="2918573"/>
          </a:xfrm>
          <a:prstGeom prst="rect">
            <a:avLst/>
          </a:prstGeo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DDB28281-74FA-5918-C1E1-B78A14E4EF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749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78F4EB-BAC3-9DA2-9E5B-CBCE5A18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Качество и безопасность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CC8200-2758-6CE2-E343-32405DD50F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Используются:</a:t>
            </a:r>
          </a:p>
          <a:p>
            <a:r>
              <a:rPr lang="ru-RU" dirty="0"/>
              <a:t>.</a:t>
            </a:r>
            <a:r>
              <a:rPr lang="ru-RU" dirty="0" err="1"/>
              <a:t>editorconfig</a:t>
            </a:r>
            <a:endParaRPr lang="ru-RU" dirty="0"/>
          </a:p>
          <a:p>
            <a:r>
              <a:rPr lang="en-US" dirty="0"/>
              <a:t>Dotnet format</a:t>
            </a:r>
            <a:endParaRPr lang="ru-RU" dirty="0"/>
          </a:p>
          <a:p>
            <a:r>
              <a:rPr lang="ru-RU" dirty="0"/>
              <a:t>Анализаторы Visual Studio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64EE7090-DC6A-F2D9-00F2-38AB2C2233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4295274"/>
            <a:ext cx="6000342" cy="96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003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5542F-D35A-F4CC-FB6A-317422F08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Качество и безопасность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3BC7C9-F7F6-EC7F-0B28-182609078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1758422"/>
            <a:ext cx="5157787" cy="823912"/>
          </a:xfrm>
        </p:spPr>
        <p:txBody>
          <a:bodyPr/>
          <a:lstStyle/>
          <a:p>
            <a:r>
              <a:rPr lang="ru-RU" dirty="0"/>
              <a:t>Конфигурация через .</a:t>
            </a:r>
            <a:r>
              <a:rPr lang="ru-RU" dirty="0" err="1"/>
              <a:t>env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D0B8FB-DD9B-64D5-0024-F34208C4A3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BACKUP_DB_PATH=</a:t>
            </a:r>
            <a:r>
              <a:rPr lang="ru-RU" dirty="0" err="1"/>
              <a:t>database.db</a:t>
            </a:r>
            <a:r>
              <a:rPr lang="ru-RU" dirty="0"/>
              <a:t> BACKUP_DIRECTORY=</a:t>
            </a:r>
            <a:r>
              <a:rPr lang="ru-RU" dirty="0" err="1"/>
              <a:t>backups</a:t>
            </a:r>
            <a:r>
              <a:rPr lang="ru-RU" dirty="0"/>
              <a:t> BACKUP_PASSWORD=12345 BACKUP_INTERVAL_MINUTES=1 APP_DATA_PATH=</a:t>
            </a:r>
            <a:r>
              <a:rPr lang="ru-RU" dirty="0" err="1"/>
              <a:t>appdata.db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9304ADB-678B-2E4B-DC8E-35204059B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5F1B2B-ED99-A5BA-F509-73305720963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Преимущества:</a:t>
            </a:r>
          </a:p>
          <a:p>
            <a:r>
              <a:rPr lang="ru-RU" dirty="0"/>
              <a:t>отсутствие </a:t>
            </a:r>
            <a:r>
              <a:rPr lang="ru-RU" dirty="0" err="1"/>
              <a:t>хардкода</a:t>
            </a:r>
            <a:endParaRPr lang="ru-RU" dirty="0"/>
          </a:p>
          <a:p>
            <a:r>
              <a:rPr lang="ru-RU" dirty="0"/>
              <a:t>гибкая настройка</a:t>
            </a:r>
          </a:p>
          <a:p>
            <a:r>
              <a:rPr lang="ru-RU" dirty="0"/>
              <a:t>безопасность хранения параметров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4486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AA7AF6-1875-744B-A9DC-5A96AF9E2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Надежность и обслуживание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F4793B-CE69-5224-4DF5-B72A984D8B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2642938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Логирование</a:t>
            </a:r>
          </a:p>
          <a:p>
            <a:pPr marL="0" indent="0">
              <a:buNone/>
            </a:pPr>
            <a:r>
              <a:rPr lang="ru-RU" dirty="0"/>
              <a:t>Используется библиотека      </a:t>
            </a:r>
          </a:p>
          <a:p>
            <a:pPr marL="0" indent="0">
              <a:buNone/>
            </a:pPr>
            <a:r>
              <a:rPr lang="ru-RU" dirty="0" err="1"/>
              <a:t>Serilog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Логи содержат:</a:t>
            </a:r>
          </a:p>
          <a:p>
            <a:r>
              <a:rPr lang="ru-RU" dirty="0"/>
              <a:t>INFO</a:t>
            </a:r>
          </a:p>
          <a:p>
            <a:r>
              <a:rPr lang="ru-RU" dirty="0"/>
              <a:t>WARNING</a:t>
            </a:r>
          </a:p>
          <a:p>
            <a:r>
              <a:rPr lang="ru-RU" dirty="0"/>
              <a:t>ERROR</a:t>
            </a:r>
          </a:p>
          <a:p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1063115-A183-0458-BB52-C5F01DFD0B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657600" y="2873960"/>
            <a:ext cx="8353926" cy="111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12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91C37A-11F3-F4D4-B6B7-DE2844378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213" y="-403208"/>
            <a:ext cx="10058400" cy="1450757"/>
          </a:xfrm>
        </p:spPr>
        <p:txBody>
          <a:bodyPr/>
          <a:lstStyle/>
          <a:p>
            <a:r>
              <a:rPr lang="ru-RU" dirty="0"/>
              <a:t>Вклад участников и результаты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827DE5-E253-3E36-84E9-6A4F3598F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1099743"/>
            <a:ext cx="5157787" cy="823912"/>
          </a:xfrm>
        </p:spPr>
        <p:txBody>
          <a:bodyPr/>
          <a:lstStyle/>
          <a:p>
            <a:r>
              <a:rPr lang="ru-RU" dirty="0"/>
              <a:t>Кирилл Волков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7CDD3E3-D69A-302F-DD4E-4DDDE2D54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007488"/>
            <a:ext cx="4937760" cy="3378200"/>
          </a:xfrm>
        </p:spPr>
        <p:txBody>
          <a:bodyPr>
            <a:normAutofit/>
          </a:bodyPr>
          <a:lstStyle/>
          <a:p>
            <a:r>
              <a:rPr lang="ru-RU" dirty="0"/>
              <a:t>UI (WPF)</a:t>
            </a:r>
          </a:p>
          <a:p>
            <a:r>
              <a:rPr lang="ru-RU" dirty="0"/>
              <a:t>MVVM</a:t>
            </a:r>
          </a:p>
          <a:p>
            <a:r>
              <a:rPr lang="ru-RU" dirty="0"/>
              <a:t>Настройка окружения</a:t>
            </a:r>
          </a:p>
          <a:p>
            <a:r>
              <a:rPr lang="ru-RU" dirty="0"/>
              <a:t>Тестирование</a:t>
            </a:r>
          </a:p>
          <a:p>
            <a:r>
              <a:rPr lang="ru-RU" dirty="0"/>
              <a:t>README</a:t>
            </a:r>
          </a:p>
          <a:p>
            <a:r>
              <a:rPr lang="ru-RU" dirty="0"/>
              <a:t>.</a:t>
            </a:r>
            <a:r>
              <a:rPr lang="ru-RU" dirty="0" err="1"/>
              <a:t>editorconfig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336E863-61F7-DFB3-C350-519F1DFEF6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7920" y="1099743"/>
            <a:ext cx="5183188" cy="823912"/>
          </a:xfrm>
        </p:spPr>
        <p:txBody>
          <a:bodyPr/>
          <a:lstStyle/>
          <a:p>
            <a:r>
              <a:rPr lang="ru-RU" dirty="0"/>
              <a:t>Никита Козлов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0B898C0-A8F6-7B2C-39CA-D4CCE65336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56962" y="2007488"/>
            <a:ext cx="4937760" cy="3378200"/>
          </a:xfrm>
        </p:spPr>
        <p:txBody>
          <a:bodyPr>
            <a:normAutofit/>
          </a:bodyPr>
          <a:lstStyle/>
          <a:p>
            <a:r>
              <a:rPr lang="ru-RU" dirty="0" err="1"/>
              <a:t>Backup</a:t>
            </a:r>
            <a:r>
              <a:rPr lang="ru-RU" dirty="0"/>
              <a:t> Engine</a:t>
            </a:r>
          </a:p>
          <a:p>
            <a:r>
              <a:rPr lang="ru-RU" dirty="0"/>
              <a:t>Архивация ZIP</a:t>
            </a:r>
          </a:p>
          <a:p>
            <a:r>
              <a:rPr lang="ru-RU" dirty="0"/>
              <a:t>Ротация 7/4/1</a:t>
            </a:r>
          </a:p>
          <a:p>
            <a:r>
              <a:rPr lang="ru-RU" dirty="0" err="1"/>
              <a:t>SQLite</a:t>
            </a:r>
            <a:endParaRPr lang="ru-RU" dirty="0"/>
          </a:p>
          <a:p>
            <a:r>
              <a:rPr lang="ru-RU" dirty="0" err="1"/>
              <a:t>Serilog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9737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F5B885-55DC-8A4B-B135-BD2296B26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02EC36-4F28-9601-9CB8-53D5A32B2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Реализовано:</a:t>
            </a:r>
          </a:p>
          <a:p>
            <a:pPr marL="0" indent="0">
              <a:buNone/>
            </a:pPr>
            <a:r>
              <a:rPr lang="ru-RU" dirty="0"/>
              <a:t>✔ Создание резервных копий</a:t>
            </a:r>
          </a:p>
          <a:p>
            <a:pPr marL="0" indent="0">
              <a:buNone/>
            </a:pPr>
            <a:r>
              <a:rPr lang="ru-RU" dirty="0"/>
              <a:t>✔ ZIP-архивация</a:t>
            </a:r>
          </a:p>
          <a:p>
            <a:pPr marL="0" indent="0">
              <a:buNone/>
            </a:pPr>
            <a:r>
              <a:rPr lang="ru-RU" dirty="0"/>
              <a:t>✔ Защита паролем</a:t>
            </a:r>
          </a:p>
          <a:p>
            <a:pPr marL="0" indent="0">
              <a:buNone/>
            </a:pPr>
            <a:r>
              <a:rPr lang="ru-RU" dirty="0"/>
              <a:t>✔ Проверка архива</a:t>
            </a:r>
          </a:p>
          <a:p>
            <a:pPr marL="0" indent="0">
              <a:buNone/>
            </a:pPr>
            <a:r>
              <a:rPr lang="ru-RU" dirty="0"/>
              <a:t>✔ Ротация файлов</a:t>
            </a:r>
          </a:p>
          <a:p>
            <a:pPr marL="0" indent="0">
              <a:buNone/>
            </a:pPr>
            <a:r>
              <a:rPr lang="ru-RU" dirty="0"/>
              <a:t>✔ История операций</a:t>
            </a:r>
          </a:p>
          <a:p>
            <a:pPr marL="0" indent="0">
              <a:buNone/>
            </a:pPr>
            <a:r>
              <a:rPr lang="ru-RU" dirty="0"/>
              <a:t>✔ WPF-интерфейс</a:t>
            </a:r>
          </a:p>
          <a:p>
            <a:pPr marL="0" indent="0">
              <a:buNone/>
            </a:pPr>
            <a:r>
              <a:rPr lang="ru-RU" dirty="0"/>
              <a:t>✔ Логирование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1839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7CD12-9841-A0E0-BBB1-3AF83A5F2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3587" y="-485314"/>
            <a:ext cx="10234864" cy="2387600"/>
          </a:xfrm>
        </p:spPr>
        <p:txBody>
          <a:bodyPr/>
          <a:lstStyle/>
          <a:p>
            <a:r>
              <a:rPr lang="ru-RU" dirty="0"/>
              <a:t>Спасибо за внимания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C2AB9F4-FD48-A593-A1B9-C5A36A794D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57C23CB-6418-AC10-E454-077FCF0A7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211" y="1902286"/>
            <a:ext cx="4373577" cy="444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50921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35</TotalTime>
  <Words>238</Words>
  <Application>Microsoft Office PowerPoint</Application>
  <PresentationFormat>Широкоэкранный</PresentationFormat>
  <Paragraphs>79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Calibri</vt:lpstr>
      <vt:lpstr>Calibri Light</vt:lpstr>
      <vt:lpstr>Ретро</vt:lpstr>
      <vt:lpstr>DB-Backup-Daemon Система автоматического резервного копирования баз данных</vt:lpstr>
      <vt:lpstr>Концепция продукта и стек технологий</vt:lpstr>
      <vt:lpstr>Презентация PowerPoint</vt:lpstr>
      <vt:lpstr>Качество и безопасность</vt:lpstr>
      <vt:lpstr>Качество и безопасность</vt:lpstr>
      <vt:lpstr>Надежность и обслуживание</vt:lpstr>
      <vt:lpstr>Вклад участников и результаты</vt:lpstr>
      <vt:lpstr>Результаты проекта</vt:lpstr>
      <vt:lpstr>Спасибо за внимания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Cerbek</dc:creator>
  <cp:lastModifiedBy>Cerbek</cp:lastModifiedBy>
  <cp:revision>1</cp:revision>
  <dcterms:created xsi:type="dcterms:W3CDTF">2026-06-29T19:27:22Z</dcterms:created>
  <dcterms:modified xsi:type="dcterms:W3CDTF">2026-06-29T20:03:15Z</dcterms:modified>
</cp:coreProperties>
</file>